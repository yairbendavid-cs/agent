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(0:00–0:45) Hook: everyone here has started a training plan that fell apart by week two. Not because the plan was bad — because it was static. Coach Platform is my capstone: a team of four AI agents — a Coach, a Recovery specialist, a Planner and an Assistant — that plan your training week, watch what actually happens on your Garmin watch and your calendar, and adapt. Today: five live flows, and in between I'll open the hood on the three ideas that make it trustworthy: memory, permissions, and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(0:45–1:30) Frame the problem in one breath: static plans fail three ways — they forget, they don't listen, and they have no limits. The right column is the product thesis: real coaching is memory plus adaptation plus safety. Everything in the demo maps back to one of these three words. Keep this slide short — it's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(1:30–2:15) The roadmap slide — point at each card and say one sentence. Onboarding: how the system learns you on day one. Plan mode: human-in-the-loop editing. Auto mode: the same agents, trusted to act alone. Garmin sync: the plan reacting to reality without being asked. Next-week build: the weekly heartbeat of the product. Tell the audience: between flows I'll pause on three architecture ideas — memory, permissions,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(2:15–3:00) One breath of architecture for the technical half of the room: React front end; a NestJS API in CQRS style on MongoDB; a separate Python service pulls Garmin data; Google Calendar holds the sessions. The four agents are LLM-powered, but the thing that routes between them is a plain lookup table — a state machine, not a model. That's the design stance of the whole project, and the bottom line is the sentence to land: LLMs only live inside the boxes; everything between the boxes is deterministic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(3:00–4:15) This is concept #1 — memory. Pattern borrowed from OpenClaw: files as truth, index as convenience. Here: an append-only event log is the truth; the 'what's true now' document is just a deterministic replay of it. Walk the three cards: evidence thresholds — the system is skeptical of its own inferences; decay — old hints fade; provenance — every rule can cite the events that earned it, which you'll see live when I ask it 'why did you change my plan?'. Close with the bottom line: the memory is rebuildable byte-for-byte, so it can never silently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(4:15–5:15) Concept #2 — permissions. Crucial sentence: all three modes run the SAME agent code; the mode only changes which write paths are reachable. Ask can't write even if the model wanted to — it's a structural gate, not a system-prompt plea. Plan is the human-in-the-loop mode you'll see in demo flow 2: tentative writes plus a diff card. Auto is trust handed over — but audited. Then the red bar: the one exception cuts the OTHER way. Say you're injured in any mode and the safe re-plan fires immediately. Permissions gate ambition, never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(5:15–6:15) This is what you'll watch in the Auto-mode demo, so set it up here. Left: the debate. Recovery reads your physiology and issues green/amber/red; Coach drafts within that band; Recovery re-checks the actual draft. If round two comes back worse, the Coach must regenerate more conservatively — ties always break toward safety, and it's capped at two rounds so it can't loop. Right: the three design rules — deterministic routing, shared typed state instead of agent chatter, and scoped context. The Recovery line always lands: it never sees your goal, so your ambition can't argue with your sleep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(6:15–7:15) Demo flow 4 setup. The story: you finished a run an hour ago and haven't opened the app. A scheduled sweep picks you up in your own timezone; the fetch service pulls the data; a content hash means an unchanged day writes nothing at all. Then the interesting part — the significance gate: not every sync deserves a re-plan, only a missed session, an unplanned one, or a big deviation. If it matters, a re-plan pipeline runs and the result is NOT silently applied — it's an approval card waiting in chat. Bottom band for the engineers: idempotency keys, single-flight, supersede, crash reaper — reliability is designed in, not hoped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(7:15–8:15) Demo flow 5 — the weekly heartbeat. Emphasize the ORDER: targets get locked before a single session is drafted, so a chatty edit later can't quietly inflate the week — that fixed a real domino-effect bug. Then each drafted session is checked against what's already committed; the whole week faces the +10% load rule and readiness caps; the Planner only ever touches calendar events the app owns. And even this fully-automated flow ends in a human moment: one diff card, one approve. Guardrails are deterministic code — the LLM is never the safety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(8:15–9:00, then demo) The thesis in one line — LLMs propose, deterministic code decides. Recap the three pillars in ten seconds each, then go straight to the live demo with flow 1, onboarding. Timing guard: if the talk ran long, cut the recap and jump to the demo from here. Backup plan: if the live environment misbehaves, the HTML walkthrough doc has every flow as a diagram — narrate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Platform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coaching team that remembers, adapts — and protects.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31592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017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06040" y="3017520"/>
            <a:ext cx="566928" cy="566928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31592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3017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Guru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0" y="3017520"/>
            <a:ext cx="566928" cy="566928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3159252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3017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537960" y="3017520"/>
            <a:ext cx="566928" cy="566928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315925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23760" y="3017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demo  ·  Yair Ben David  ·  Masterschool fellowship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training plans die on contact with real life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0352" cy="530352"/>
          </a:xfrm>
          <a:prstGeom prst="ellipse">
            <a:avLst/>
          </a:prstGeom>
          <a:solidFill>
            <a:srgbClr val="E4F4E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280892"/>
            <a:ext cx="254569" cy="254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097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forgets what you tell 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98448" y="1444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“no burpees” to a chatbot — it lasts one session, then they’re back.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530352" cy="530352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487900"/>
            <a:ext cx="254569" cy="254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04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what your body says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98448" y="26517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sleep, high strain, sore legs — the PDF plan doesn’t care.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557016"/>
            <a:ext cx="530352" cy="530352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3694908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51129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guardrails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98448" y="38587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jumps 40% because you asked nicely. Injuries get trained through.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257800" y="1143000"/>
            <a:ext cx="3337560" cy="3383280"/>
          </a:xfrm>
          <a:prstGeom prst="roundRect">
            <a:avLst>
              <a:gd name="adj" fmla="val 2466"/>
            </a:avLst>
          </a:prstGeom>
          <a:solidFill>
            <a:srgbClr val="E4F4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53212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53212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947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44768" y="1792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144768" y="20939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what you tell it — with evidence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532120" y="2724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284378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44768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144768" y="2990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react to sleep, strain &amp; real life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532120" y="3621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373989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44768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144768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no conversation can talk past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demo — five flows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51760" cy="1755648"/>
          </a:xfrm>
          <a:prstGeom prst="roundRect">
            <a:avLst>
              <a:gd name="adj" fmla="val 416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5272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3763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71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Onboarding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8096" y="1892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→ baseline profile → a first week appears on your calendar.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1755648"/>
          </a:xfrm>
          <a:prstGeom prst="roundRect">
            <a:avLst>
              <a:gd name="adj" fmla="val 416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47288" y="125272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915" y="1376355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271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Plan mode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65576" y="1892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week in chat → diff card → nothing lands until you approve.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0" y="1051560"/>
            <a:ext cx="2651760" cy="1755648"/>
          </a:xfrm>
          <a:prstGeom prst="roundRect">
            <a:avLst>
              <a:gd name="adj" fmla="val 416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44768" y="125272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395" y="1376355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271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Auto mode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163056" y="1892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 &amp; commit on their own — and leave a full audit trail.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874520" y="3035808"/>
            <a:ext cx="2651760" cy="1755648"/>
          </a:xfrm>
          <a:prstGeom prst="roundRect">
            <a:avLst>
              <a:gd name="adj" fmla="val 416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075688" y="32369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315" y="3360603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97480" y="32552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Garmin sync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2093976" y="387705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watch data → “does it matter?” gate → a re-plan proposal in chat.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0" y="3035808"/>
            <a:ext cx="2651760" cy="1755648"/>
          </a:xfrm>
          <a:prstGeom prst="roundRect">
            <a:avLst>
              <a:gd name="adj" fmla="val 416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73168" y="32369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795" y="3360603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32552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Next-week build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791456" y="387705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run drafts week N+1, guardrailed, onto Google Calendar.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 — one API, four agents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calendar · cards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051560"/>
            <a:ext cx="3794760" cy="3063240"/>
          </a:xfrm>
          <a:prstGeom prst="roundRect">
            <a:avLst>
              <a:gd name="adj" fmla="val 2687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889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API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CQRS · event-driven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936" y="179222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64408" y="16459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64592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792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208" y="16459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788920" y="2395728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25420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6440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17720" y="2395728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5420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9320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788920" y="315468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EEEDFE"/>
          </a:solidFill>
          <a:ln/>
        </p:spPr>
      </p:sp>
      <p:sp>
        <p:nvSpPr>
          <p:cNvPr id="20" name="Text 14"/>
          <p:cNvSpPr/>
          <p:nvPr/>
        </p:nvSpPr>
        <p:spPr>
          <a:xfrm>
            <a:off x="2788920" y="31546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orchestrator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routing table picks the pipeline — never an LLM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858000" y="10515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4F4EE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0" y="105156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projections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58000" y="21031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AEEDA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0" y="21031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fetch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Garmin wearable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AEEDA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0" y="31546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app-owned events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2148840" y="2350008"/>
            <a:ext cx="457200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headEnd type="arrow"/>
            <a:tailEnd type="arrow"/>
          </a:ln>
        </p:spPr>
      </p:sp>
      <p:sp>
        <p:nvSpPr>
          <p:cNvPr id="28" name="Shape 22"/>
          <p:cNvSpPr/>
          <p:nvPr/>
        </p:nvSpPr>
        <p:spPr>
          <a:xfrm>
            <a:off x="6400800" y="1481328"/>
            <a:ext cx="457200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headEnd type="arrow"/>
            <a:tailEnd type="arrow"/>
          </a:ln>
        </p:spPr>
      </p:sp>
      <p:sp>
        <p:nvSpPr>
          <p:cNvPr id="29" name="Shape 23"/>
          <p:cNvSpPr/>
          <p:nvPr/>
        </p:nvSpPr>
        <p:spPr>
          <a:xfrm>
            <a:off x="6400800" y="2532888"/>
            <a:ext cx="457200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30" name="Shape 24"/>
          <p:cNvSpPr/>
          <p:nvPr/>
        </p:nvSpPr>
        <p:spPr>
          <a:xfrm>
            <a:off x="6400800" y="3584448"/>
            <a:ext cx="457200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31" name="Text 25"/>
          <p:cNvSpPr/>
          <p:nvPr/>
        </p:nvSpPr>
        <p:spPr>
          <a:xfrm>
            <a:off x="54864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live only inside the four agents — everything around them is typed, tested, deterministic code.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it can defend — the OpenClaw pattern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4F4EE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preference_events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— every signal, never edited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41448" y="1572768"/>
            <a:ext cx="210312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2670048" y="10972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2F1E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distill()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— same log, same result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62856" y="1572768"/>
            <a:ext cx="210312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791456" y="10972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4F4EE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user_preferences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truth — hard vs soft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84264" y="1572768"/>
            <a:ext cx="210312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912864" y="10972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EDFE"/>
          </a:solidFill>
          <a:ln/>
        </p:spPr>
      </p:sp>
      <p:sp>
        <p:nvSpPr>
          <p:cNvPr id="13" name="Text 11"/>
          <p:cNvSpPr/>
          <p:nvPr/>
        </p:nvSpPr>
        <p:spPr>
          <a:xfrm>
            <a:off x="6986016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[must] / [prefer]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into every agent prompt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715768"/>
            <a:ext cx="457200" cy="457200"/>
          </a:xfrm>
          <a:prstGeom prst="ellipse">
            <a:avLst/>
          </a:prstGeom>
          <a:solidFill>
            <a:srgbClr val="E4F4E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4640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2588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belief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8096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inferred dislike needs 3 strikes (a like, 2) before it changes anything. Hints stay dormant until proven.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9184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93008" y="2715768"/>
            <a:ext cx="457200" cy="45720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83464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6908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that fades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511296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preferences decay after 90 days unless reinforced. Explicit orders don’t.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3504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36208" y="2715768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3464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1228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cites its sources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54496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“why no burpees?” — the answer points at the exact logged events that earned the rule.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4864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index, durable log: delete the projection, replay the log — it rebuilds identically.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modes, one rule: permission decides who writes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4F4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8096" y="1280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" y="14109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</a:t>
            </a:r>
            <a:pPr indent="0" marL="0">
              <a:buNone/>
            </a:pPr>
            <a:r>
              <a:rPr lang="en-US" sz="12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6384" y="2011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explains. Any edit intent is blocked structurally — a gate in code, not a polite prompt.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EED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11296" y="1280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55" y="14109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</a:t>
            </a:r>
            <a:pPr indent="0" marL="0">
              <a:buNone/>
            </a:pPr>
            <a:r>
              <a:rPr lang="en-US" sz="12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529584" y="2011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changes as tentative and shows a diff card. Nothing touches your week until you approve.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AEED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54496" y="1280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4109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 </a:t>
            </a:r>
            <a:pPr indent="0" marL="0">
              <a:buNone/>
            </a:pPr>
            <a:r>
              <a:rPr lang="en-US" sz="12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72784" y="2011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⇄ Recovery debate, guardrails, then it commits directly — and records a full audit trail.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38862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024092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703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overrides every gate.  </a:t>
            </a:r>
            <a:pPr indent="0" marL="0"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injury or overreaching signal triggers an immediate conservative re-plan in all three modes — safety never waits for permission.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don’t chat — they debate through a state machine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CEB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Guru:  readiness verdict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red, from sleep, HRV &amp; load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31720" y="1828800"/>
            <a:ext cx="0" cy="164592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548640" y="1993392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Coach:  drafts the week at that band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intensity capped by the verdict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724912"/>
            <a:ext cx="0" cy="164592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48640" y="2889504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CEB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9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Guru:  re-checks the draft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look at the actual proposed week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31720" y="3785616"/>
            <a:ext cx="0" cy="164592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48640" y="3950208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A32D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Disagreement? The safer verdict wins.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regenerates more conservative — 2 rounds max.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75488" cy="475488"/>
          </a:xfrm>
          <a:prstGeom prst="ellipse">
            <a:avLst/>
          </a:prstGeom>
          <a:solidFill>
            <a:srgbClr val="F2F1E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907" y="1266627"/>
            <a:ext cx="228234" cy="22823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63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routing table decides who runs next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166360" y="142646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a deterministic state machine — never an LLM improvising the workflow.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26280" y="2350008"/>
            <a:ext cx="475488" cy="475488"/>
          </a:xfrm>
          <a:prstGeom prst="ellipse">
            <a:avLst/>
          </a:prstGeom>
          <a:solidFill>
            <a:srgbClr val="F2F1E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07" y="2473635"/>
            <a:ext cx="228234" cy="2282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2304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typed state, not prompts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1663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agent-to-agent chat. Each writes a verdict / draft / violation into shared state; the next one reads it.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26280" y="3557016"/>
            <a:ext cx="475488" cy="475488"/>
          </a:xfrm>
          <a:prstGeom prst="ellipse">
            <a:avLst/>
          </a:prstGeom>
          <a:solidFill>
            <a:srgbClr val="F2F1E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907" y="3680643"/>
            <a:ext cx="228234" cy="2282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66360" y="3511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only its slice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166360" y="3840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never sees your goal — ambition can’t bias readiness. Planner never sees physiology.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Garmin sync — from wrist to proposal, unasked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8408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90" y="1545702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20116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sweep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3408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timezone slots, up to 3×/day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02536" y="2121408"/>
            <a:ext cx="146304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9" name="Shape 6"/>
          <p:cNvSpPr/>
          <p:nvPr/>
        </p:nvSpPr>
        <p:spPr>
          <a:xfrm>
            <a:off x="2157984" y="1234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79192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574" y="1545702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12848" y="20116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hash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249424" y="23408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day → zero writes, zero cost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03320" y="2121408"/>
            <a:ext cx="146304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15" name="Shape 11"/>
          <p:cNvSpPr/>
          <p:nvPr/>
        </p:nvSpPr>
        <p:spPr>
          <a:xfrm>
            <a:off x="3858768" y="1234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79976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58" y="1545702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13632" y="20116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gate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950208" y="23408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missed? unplanned? big deviation?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04104" y="2121408"/>
            <a:ext cx="146304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21" name="Shape 16"/>
          <p:cNvSpPr/>
          <p:nvPr/>
        </p:nvSpPr>
        <p:spPr>
          <a:xfrm>
            <a:off x="5559552" y="1234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2F1E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80760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142" y="1545702"/>
            <a:ext cx="237012" cy="2370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14416" y="20116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pipeline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650992" y="23408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rebalances the day — tentative only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104888" y="2121408"/>
            <a:ext cx="146304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27" name="Shape 21"/>
          <p:cNvSpPr/>
          <p:nvPr/>
        </p:nvSpPr>
        <p:spPr>
          <a:xfrm>
            <a:off x="7260336" y="1234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EEED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781544" y="14173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926" y="1545702"/>
            <a:ext cx="237012" cy="2370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15200" y="20116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card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351776" y="23408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 waits in chat. You decide.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48640" y="342900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4F4EE"/>
          </a:solidFill>
          <a:ln/>
        </p:spPr>
      </p:sp>
      <p:sp>
        <p:nvSpPr>
          <p:cNvPr id="33" name="Text 26"/>
          <p:cNvSpPr/>
          <p:nvPr/>
        </p:nvSpPr>
        <p:spPr>
          <a:xfrm>
            <a:off x="822960" y="3429000"/>
            <a:ext cx="7543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Exactly-once, by construction.  </a:t>
            </a:r>
            <a:pPr indent="0" marL="0"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gets an idempotent key (24 h): retries and crashes can’t double-fire a re-plan. One pipeline per user at a time; newer data supersedes a queued run; a reaper sweeps crashed runs every 5 minutes.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scheduled next-week build — guardrails at every step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4F4EE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097280"/>
            <a:ext cx="165506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Lock targets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week’s volume budget is fixed first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81328" y="2514600"/>
            <a:ext cx="0" cy="201168"/>
          </a:xfrm>
          <a:prstGeom prst="line">
            <a:avLst/>
          </a:prstGeom>
          <a:noFill/>
          <a:ln w="19050">
            <a:solidFill>
              <a:srgbClr val="9A5B0B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548640" y="2715768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715768"/>
            <a:ext cx="165506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locked before drafting — later steps can’t inflate 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1448" y="1801368"/>
            <a:ext cx="173736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633472" y="1097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4F4E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097280"/>
            <a:ext cx="165506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Draft sessions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writes each session within budget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2514600"/>
            <a:ext cx="0" cy="201168"/>
          </a:xfrm>
          <a:prstGeom prst="line">
            <a:avLst/>
          </a:prstGeom>
          <a:noFill/>
          <a:ln w="19050">
            <a:solidFill>
              <a:srgbClr val="9A5B0B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633472" y="2715768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715768"/>
            <a:ext cx="165506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readiness → 0 hard sessions. Amber → at most 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1801368"/>
            <a:ext cx="173736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718304" y="1097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4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097280"/>
            <a:ext cx="165506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Validate the week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on the full draft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50992" y="2514600"/>
            <a:ext cx="0" cy="201168"/>
          </a:xfrm>
          <a:prstGeom prst="line">
            <a:avLst/>
          </a:prstGeom>
          <a:noFill/>
          <a:ln w="19050">
            <a:solidFill>
              <a:srgbClr val="9A5B0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718304" y="2715768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715768"/>
            <a:ext cx="165506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+10% load vs last week (deload weeks exempt).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1801368"/>
            <a:ext cx="173736" cy="0"/>
          </a:xfrm>
          <a:prstGeom prst="line">
            <a:avLst/>
          </a:prstGeom>
          <a:noFill/>
          <a:ln w="22225">
            <a:solidFill>
              <a:srgbClr val="5C6B65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803136" y="1097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4F4EE"/>
          </a:solidFill>
          <a:ln/>
        </p:spPr>
      </p:sp>
      <p:sp>
        <p:nvSpPr>
          <p:cNvPr id="22" name="Text 20"/>
          <p:cNvSpPr/>
          <p:nvPr/>
        </p:nvSpPr>
        <p:spPr>
          <a:xfrm>
            <a:off x="6912864" y="1097280"/>
            <a:ext cx="165506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Place &amp; propose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books clash-free calendar slots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35824" y="2514600"/>
            <a:ext cx="0" cy="201168"/>
          </a:xfrm>
          <a:prstGeom prst="line">
            <a:avLst/>
          </a:prstGeom>
          <a:noFill/>
          <a:ln w="19050">
            <a:solidFill>
              <a:srgbClr val="9A5B0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803136" y="2715768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2715768"/>
            <a:ext cx="165506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app-owned events touched. Ends as an approval card.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as a per-session diff card:  </a:t>
            </a:r>
            <a:pPr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modified / unchanged / removed — approve once, and the week commits and syncs to Google Calendar.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propose.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code decides.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5054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exits only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364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only finish through a validated, typed tool — 8 turns max, or the run aborts.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2377440"/>
            <a:ext cx="502920" cy="502920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5054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until approved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3364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Aborted runs leave zero user-visible writes. Guardrails are code, not prompts.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2377440"/>
            <a:ext cx="502920" cy="502920"/>
          </a:xfrm>
          <a:prstGeom prst="ellipse">
            <a:avLst/>
          </a:prstGeom>
          <a:solidFill>
            <a:srgbClr val="10513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50545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audited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26480" y="3364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run stores its trace, its diff and its reasons. Memory cites its evidence.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let’s watch it run.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Platform — Capstone Demo</dc:title>
  <dc:subject>PptxGenJS Presentation</dc:subject>
  <dc:creator>Yair Ben David</dc:creator>
  <cp:lastModifiedBy>Yair Ben David</cp:lastModifiedBy>
  <cp:revision>1</cp:revision>
  <dcterms:created xsi:type="dcterms:W3CDTF">2026-07-08T18:17:57Z</dcterms:created>
  <dcterms:modified xsi:type="dcterms:W3CDTF">2026-07-08T18:17:57Z</dcterms:modified>
</cp:coreProperties>
</file>